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7" r:id="rId2"/>
    <p:sldId id="258" r:id="rId3"/>
    <p:sldId id="262" r:id="rId4"/>
    <p:sldId id="261" r:id="rId5"/>
    <p:sldId id="259" r:id="rId6"/>
    <p:sldId id="263" r:id="rId7"/>
    <p:sldId id="264" r:id="rId8"/>
    <p:sldId id="265" r:id="rId9"/>
    <p:sldId id="268" r:id="rId10"/>
    <p:sldId id="269" r:id="rId11"/>
    <p:sldId id="260" r:id="rId12"/>
    <p:sldId id="266" r:id="rId13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3543" userDrawn="1">
          <p15:clr>
            <a:srgbClr val="A4A3A4"/>
          </p15:clr>
        </p15:guide>
        <p15:guide id="4" pos="211" userDrawn="1">
          <p15:clr>
            <a:srgbClr val="A4A3A4"/>
          </p15:clr>
        </p15:guide>
        <p15:guide id="5" orient="horz" pos="4133" userDrawn="1">
          <p15:clr>
            <a:srgbClr val="A4A3A4"/>
          </p15:clr>
        </p15:guide>
        <p15:guide id="9" orient="horz" pos="1480" userDrawn="1">
          <p15:clr>
            <a:srgbClr val="A4A3A4"/>
          </p15:clr>
        </p15:guide>
        <p15:guide id="10" orient="horz" pos="2251" userDrawn="1">
          <p15:clr>
            <a:srgbClr val="A4A3A4"/>
          </p15:clr>
        </p15:guide>
        <p15:guide id="12" pos="7446" userDrawn="1">
          <p15:clr>
            <a:srgbClr val="A4A3A4"/>
          </p15:clr>
        </p15:guide>
        <p15:guide id="13" pos="359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BEE8"/>
    <a:srgbClr val="E9F0FA"/>
    <a:srgbClr val="AEB050"/>
    <a:srgbClr val="1E64C8"/>
    <a:srgbClr val="FFD200"/>
    <a:srgbClr val="C8D8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6327"/>
  </p:normalViewPr>
  <p:slideViewPr>
    <p:cSldViewPr snapToGrid="0" showGuides="1">
      <p:cViewPr varScale="1">
        <p:scale>
          <a:sx n="128" d="100"/>
          <a:sy n="128" d="100"/>
        </p:scale>
        <p:origin x="520" y="176"/>
      </p:cViewPr>
      <p:guideLst>
        <p:guide orient="horz" pos="3543"/>
        <p:guide pos="211"/>
        <p:guide orient="horz" pos="4133"/>
        <p:guide orient="horz" pos="1480"/>
        <p:guide orient="horz" pos="2251"/>
        <p:guide pos="7446"/>
        <p:guide pos="359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159" d="100"/>
          <a:sy n="159" d="100"/>
        </p:scale>
        <p:origin x="5320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C0EFEC-C3FA-3C4A-B7F4-DA1C3F57E471}" type="datetimeFigureOut">
              <a:t>07/11/2025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522D08-1F01-BB49-AF51-EBB99F15D995}" type="slidenum"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90487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www.ugent.be/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E7AAA61-02E7-BAC9-EA05-6C3E6931C9AE}"/>
              </a:ext>
            </a:extLst>
          </p:cNvPr>
          <p:cNvSpPr/>
          <p:nvPr userDrawn="1"/>
        </p:nvSpPr>
        <p:spPr>
          <a:xfrm>
            <a:off x="334962" y="904834"/>
            <a:ext cx="11857038" cy="4727381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6D2043D-6EB9-0864-5E05-87A3F67AF25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08775" y="904834"/>
            <a:ext cx="5483225" cy="4727616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b="0" i="1" baseline="0">
                <a:solidFill>
                  <a:schemeClr val="bg1"/>
                </a:solidFill>
              </a:defRPr>
            </a:lvl1pPr>
          </a:lstStyle>
          <a:p>
            <a:r>
              <a:rPr lang="nl-BE" dirty="0"/>
              <a:t>Click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add</a:t>
            </a:r>
            <a:r>
              <a:rPr lang="nl-BE" dirty="0"/>
              <a:t> picture</a:t>
            </a:r>
            <a:endParaRPr lang="en-BE" dirty="0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BA10A23-5DA3-9A1E-8E84-29F7F107D9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8206" y="1076122"/>
            <a:ext cx="5800725" cy="25331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 i="0" cap="all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nl-BE" dirty="0"/>
              <a:t>Click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add</a:t>
            </a:r>
            <a:r>
              <a:rPr lang="nl-BE" dirty="0"/>
              <a:t> </a:t>
            </a:r>
            <a:r>
              <a:rPr lang="nl-BE" dirty="0" err="1"/>
              <a:t>department</a:t>
            </a:r>
            <a:endParaRPr lang="en-GB" dirty="0"/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62DBA8D7-7A6E-681C-61D6-629E37255D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8206" y="1336460"/>
            <a:ext cx="5800725" cy="25331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 i="0" cap="all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nl-BE" dirty="0"/>
              <a:t>Click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add</a:t>
            </a:r>
            <a:r>
              <a:rPr lang="nl-BE" dirty="0"/>
              <a:t> research </a:t>
            </a:r>
            <a:r>
              <a:rPr lang="nl-BE" dirty="0" err="1"/>
              <a:t>group</a:t>
            </a:r>
            <a:endParaRPr lang="en-GB" dirty="0"/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99674CE-CC5A-6E5E-B20B-6D1ECE8758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5820" y="4947903"/>
            <a:ext cx="5868987" cy="3385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none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r>
              <a:rPr lang="en-GB" noProof="0" dirty="0"/>
              <a:t>Click to add subtitle / presenter / date [dd-mm-</a:t>
            </a:r>
            <a:r>
              <a:rPr lang="en-GB" noProof="0" dirty="0" err="1"/>
              <a:t>yyyy</a:t>
            </a:r>
            <a:r>
              <a:rPr lang="en-GB" noProof="0" dirty="0"/>
              <a:t>]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3C3B384C-5F63-0027-60E1-3323498634A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993515" y="5845558"/>
            <a:ext cx="1929765" cy="6988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aseline="0"/>
            </a:lvl1pPr>
          </a:lstStyle>
          <a:p>
            <a:r>
              <a:rPr lang="en-BE"/>
              <a:t>Partner Logo 2</a:t>
            </a:r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47C46CF3-3266-0AE4-E490-2AB34D0D8D7C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086475" y="5845558"/>
            <a:ext cx="1929765" cy="6988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aseline="0"/>
            </a:lvl1pPr>
          </a:lstStyle>
          <a:p>
            <a:r>
              <a:rPr lang="en-BE"/>
              <a:t>Partner Logo 3</a:t>
            </a: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3B1542A1-6AC8-E18C-CF5F-D1E4308D374A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79435" y="5845558"/>
            <a:ext cx="1929765" cy="6988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aseline="0"/>
            </a:lvl1pPr>
          </a:lstStyle>
          <a:p>
            <a:r>
              <a:rPr lang="en-BE"/>
              <a:t>Partner Logo 4</a:t>
            </a:r>
          </a:p>
        </p:txBody>
      </p:sp>
      <p:sp>
        <p:nvSpPr>
          <p:cNvPr id="3" name="Text Placeholder 15">
            <a:extLst>
              <a:ext uri="{FF2B5EF4-FFF2-40B4-BE49-F238E27FC236}">
                <a16:creationId xmlns:a16="http://schemas.microsoft.com/office/drawing/2014/main" id="{5CD99CC8-1C66-FA5B-C68B-CA8D27A118F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4196" y="2126254"/>
            <a:ext cx="5632959" cy="2601271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ts val="6800"/>
              </a:lnSpc>
              <a:spcBef>
                <a:spcPts val="0"/>
              </a:spcBef>
              <a:buNone/>
              <a:defRPr sz="6500" b="1" i="0" cap="none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pic>
        <p:nvPicPr>
          <p:cNvPr id="8" name="Afbeelding 17">
            <a:extLst>
              <a:ext uri="{FF2B5EF4-FFF2-40B4-BE49-F238E27FC236}">
                <a16:creationId xmlns:a16="http://schemas.microsoft.com/office/drawing/2014/main" id="{377D64E3-D8A5-11E3-0E0C-76355B8A07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3506" y="-39239"/>
            <a:ext cx="3126706" cy="1042236"/>
          </a:xfrm>
          <a:prstGeom prst="rect">
            <a:avLst/>
          </a:prstGeom>
        </p:spPr>
      </p:pic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0581EEBD-3A2E-3F65-A7CB-B3DD05283A4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00555" y="5852592"/>
            <a:ext cx="1929765" cy="6988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aseline="0"/>
            </a:lvl1pPr>
          </a:lstStyle>
          <a:p>
            <a:r>
              <a:rPr lang="en-BE"/>
              <a:t>Partner Logo 1</a:t>
            </a:r>
          </a:p>
        </p:txBody>
      </p:sp>
    </p:spTree>
    <p:extLst>
      <p:ext uri="{BB962C8B-B14F-4D97-AF65-F5344CB8AC3E}">
        <p14:creationId xmlns:p14="http://schemas.microsoft.com/office/powerpoint/2010/main" val="38882136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4226" userDrawn="1">
          <p15:clr>
            <a:srgbClr val="FBAE40"/>
          </p15:clr>
        </p15:guide>
        <p15:guide id="4" pos="415" userDrawn="1">
          <p15:clr>
            <a:srgbClr val="FBAE40"/>
          </p15:clr>
        </p15:guide>
        <p15:guide id="5" orient="horz" pos="256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E7AAA61-02E7-BAC9-EA05-6C3E6931C9AE}"/>
              </a:ext>
            </a:extLst>
          </p:cNvPr>
          <p:cNvSpPr/>
          <p:nvPr userDrawn="1"/>
        </p:nvSpPr>
        <p:spPr>
          <a:xfrm>
            <a:off x="334962" y="-7643"/>
            <a:ext cx="11857038" cy="5632215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6D2043D-6EB9-0864-5E05-87A3F67AF25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08775" y="0"/>
            <a:ext cx="5483225" cy="5632450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b="0" i="1" baseline="0">
                <a:solidFill>
                  <a:schemeClr val="bg1"/>
                </a:solidFill>
              </a:defRPr>
            </a:lvl1pPr>
          </a:lstStyle>
          <a:p>
            <a:r>
              <a:rPr lang="nl-BE" dirty="0"/>
              <a:t>Click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add</a:t>
            </a:r>
            <a:r>
              <a:rPr lang="nl-BE" dirty="0"/>
              <a:t> picture</a:t>
            </a:r>
            <a:endParaRPr lang="en-BE" dirty="0"/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8696E979-5DD6-A9D0-6C24-A5369197D4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4196" y="1904921"/>
            <a:ext cx="5632959" cy="3597780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ts val="6800"/>
              </a:lnSpc>
              <a:spcBef>
                <a:spcPts val="0"/>
              </a:spcBef>
              <a:buNone/>
              <a:defRPr sz="6500" b="1" i="0" cap="none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en-GB" dirty="0"/>
              <a:t>Click to add chapter title</a:t>
            </a:r>
          </a:p>
        </p:txBody>
      </p:sp>
    </p:spTree>
    <p:extLst>
      <p:ext uri="{BB962C8B-B14F-4D97-AF65-F5344CB8AC3E}">
        <p14:creationId xmlns:p14="http://schemas.microsoft.com/office/powerpoint/2010/main" val="17695497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4226">
          <p15:clr>
            <a:srgbClr val="FBAE40"/>
          </p15:clr>
        </p15:guide>
        <p15:guide id="4" pos="211" userDrawn="1">
          <p15:clr>
            <a:srgbClr val="FBAE40"/>
          </p15:clr>
        </p15:guide>
        <p15:guide id="5" orient="horz" pos="3543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B9B38-4062-3544-B884-9B34D23BDCA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2609" y="1889759"/>
            <a:ext cx="10893106" cy="37896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UGent Panno Text" panose="02000506040000040003" pitchFamily="2" charset="0"/>
              </a:defRPr>
            </a:lvl1pPr>
            <a:lvl2pPr marL="9525" indent="263525">
              <a:buClr>
                <a:srgbClr val="1E64C8"/>
              </a:buClr>
              <a:tabLst/>
              <a:defRPr baseline="0">
                <a:latin typeface="UGent Panno Text" panose="02000506040000040003" pitchFamily="2" charset="0"/>
              </a:defRPr>
            </a:lvl2pPr>
            <a:lvl3pPr marL="801688" indent="-263525">
              <a:buClr>
                <a:srgbClr val="1E64C8"/>
              </a:buClr>
              <a:tabLst/>
              <a:defRPr baseline="0">
                <a:latin typeface="UGent Panno Text" panose="02000506040000040003" pitchFamily="2" charset="0"/>
              </a:defRPr>
            </a:lvl3pPr>
            <a:lvl4pPr>
              <a:defRPr baseline="0">
                <a:latin typeface="UGent Panno Text" panose="02000506040000040003" pitchFamily="2" charset="0"/>
              </a:defRPr>
            </a:lvl4pPr>
            <a:lvl5pPr>
              <a:defRPr baseline="0">
                <a:latin typeface="UGent Panno Text" panose="02000506040000040003" pitchFamily="2" charset="0"/>
              </a:defRPr>
            </a:lvl5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674F96B-ACC8-7B86-3350-B2CBDF35102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2925" y="1150143"/>
            <a:ext cx="10893106" cy="549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solidFill>
                  <a:srgbClr val="8BBEE8"/>
                </a:solidFill>
                <a:latin typeface="UGent Panno Text" panose="02000506040000040003" pitchFamily="2" charset="0"/>
              </a:defRPr>
            </a:lvl1pPr>
          </a:lstStyle>
          <a:p>
            <a:r>
              <a:rPr lang="en-GB" sz="2800" b="0" i="0" baseline="0" dirty="0">
                <a:latin typeface="UGent Panno Text SemiLight" panose="02000406040000040003" pitchFamily="2" charset="0"/>
              </a:rPr>
              <a:t>Click to add subtitle</a:t>
            </a:r>
            <a:endParaRPr lang="en-BE" sz="2800" b="0" i="0" baseline="0" dirty="0">
              <a:latin typeface="UGent Panno Text SemiLight" panose="02000406040000040003" pitchFamily="2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6986D91-BB3B-0E85-A2F8-E3C6F52F54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2609" y="250995"/>
            <a:ext cx="10893422" cy="893656"/>
          </a:xfrm>
          <a:prstGeom prst="rect">
            <a:avLst/>
          </a:prstGeom>
        </p:spPr>
        <p:txBody>
          <a:bodyPr tIns="0" bIns="0"/>
          <a:lstStyle>
            <a:lvl1pPr>
              <a:defRPr sz="4400" b="1" i="0" cap="none" baseline="0">
                <a:solidFill>
                  <a:srgbClr val="1E64C8"/>
                </a:solidFill>
                <a:latin typeface="UGent Panno Text" panose="02000506040000040003" pitchFamily="2" charset="0"/>
              </a:defRPr>
            </a:lvl1pPr>
          </a:lstStyle>
          <a:p>
            <a:r>
              <a:rPr lang="en-GB" dirty="0"/>
              <a:t>Click to add title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7115649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B9B38-4062-3544-B884-9B34D23BDCA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2609" y="1889759"/>
            <a:ext cx="5340031" cy="37896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UGent Panno Text" panose="02000506040000040003" pitchFamily="2" charset="0"/>
              </a:defRPr>
            </a:lvl1pPr>
            <a:lvl2pPr marL="9525" indent="263525">
              <a:buClr>
                <a:srgbClr val="1E64C8"/>
              </a:buClr>
              <a:tabLst/>
              <a:defRPr baseline="0">
                <a:latin typeface="UGent Panno Text" panose="02000506040000040003" pitchFamily="2" charset="0"/>
              </a:defRPr>
            </a:lvl2pPr>
            <a:lvl3pPr marL="801688" indent="-263525">
              <a:buClr>
                <a:srgbClr val="1E64C8"/>
              </a:buClr>
              <a:tabLst/>
              <a:defRPr baseline="0">
                <a:latin typeface="UGent Panno Text" panose="02000506040000040003" pitchFamily="2" charset="0"/>
              </a:defRPr>
            </a:lvl3pPr>
            <a:lvl4pPr>
              <a:defRPr baseline="0">
                <a:latin typeface="UGent Panno Text" panose="02000506040000040003" pitchFamily="2" charset="0"/>
              </a:defRPr>
            </a:lvl4pPr>
            <a:lvl5pPr>
              <a:defRPr baseline="0">
                <a:latin typeface="UGent Panno Text" panose="02000506040000040003" pitchFamily="2" charset="0"/>
              </a:defRPr>
            </a:lvl5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5D27489-CE6E-43ED-8317-F7C9B416AAF4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107575" y="1889759"/>
            <a:ext cx="5340031" cy="37896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UGent Panno Text" panose="02000506040000040003" pitchFamily="2" charset="0"/>
              </a:defRPr>
            </a:lvl1pPr>
            <a:lvl2pPr marL="9525" indent="263525">
              <a:buClr>
                <a:srgbClr val="1E64C8"/>
              </a:buClr>
              <a:tabLst/>
              <a:defRPr baseline="0">
                <a:latin typeface="UGent Panno Text" panose="02000506040000040003" pitchFamily="2" charset="0"/>
              </a:defRPr>
            </a:lvl2pPr>
            <a:lvl3pPr marL="801688" indent="-263525">
              <a:buClr>
                <a:srgbClr val="1E64C8"/>
              </a:buClr>
              <a:tabLst/>
              <a:defRPr baseline="0">
                <a:latin typeface="UGent Panno Text" panose="02000506040000040003" pitchFamily="2" charset="0"/>
              </a:defRPr>
            </a:lvl3pPr>
            <a:lvl4pPr>
              <a:defRPr baseline="0">
                <a:latin typeface="UGent Panno Text" panose="02000506040000040003" pitchFamily="2" charset="0"/>
              </a:defRPr>
            </a:lvl4pPr>
            <a:lvl5pPr>
              <a:defRPr baseline="0">
                <a:latin typeface="UGent Panno Text" panose="02000506040000040003" pitchFamily="2" charset="0"/>
              </a:defRPr>
            </a:lvl5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9CA775B9-7A5D-D3BA-EB26-3B1C77C0C3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2925" y="1150143"/>
            <a:ext cx="10893106" cy="549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solidFill>
                  <a:srgbClr val="8BBEE8"/>
                </a:solidFill>
                <a:latin typeface="UGent Panno Text" panose="02000506040000040003" pitchFamily="2" charset="0"/>
              </a:defRPr>
            </a:lvl1pPr>
          </a:lstStyle>
          <a:p>
            <a:r>
              <a:rPr lang="en-GB" sz="2800" b="0" i="0" baseline="0" dirty="0">
                <a:latin typeface="UGent Panno Text SemiLight" panose="02000406040000040003" pitchFamily="2" charset="0"/>
              </a:rPr>
              <a:t>Click to add subtitle</a:t>
            </a:r>
            <a:endParaRPr lang="en-BE" sz="2800" b="0" i="0" baseline="0" dirty="0">
              <a:latin typeface="UGent Panno Text SemiLight" panose="02000406040000040003" pitchFamily="2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C2FBC6-E436-D1CA-B831-5045F9D578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2609" y="250995"/>
            <a:ext cx="10893422" cy="893656"/>
          </a:xfrm>
          <a:prstGeom prst="rect">
            <a:avLst/>
          </a:prstGeom>
        </p:spPr>
        <p:txBody>
          <a:bodyPr tIns="0" bIns="0"/>
          <a:lstStyle>
            <a:lvl1pPr>
              <a:defRPr sz="4400" b="1" i="0" cap="none" baseline="0">
                <a:solidFill>
                  <a:srgbClr val="1E64C8"/>
                </a:solidFill>
                <a:latin typeface="UGent Panno Text" panose="02000506040000040003" pitchFamily="2" charset="0"/>
              </a:defRPr>
            </a:lvl1pPr>
          </a:lstStyle>
          <a:p>
            <a:r>
              <a:rPr lang="en-GB" dirty="0"/>
              <a:t>Click to add title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6011297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7197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B9B38-4062-3544-B884-9B34D23BDCA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2609" y="1889759"/>
            <a:ext cx="5340031" cy="37896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UGent Panno Text" panose="02000506040000040003" pitchFamily="2" charset="0"/>
              </a:defRPr>
            </a:lvl1pPr>
            <a:lvl2pPr marL="9525" indent="263525">
              <a:buClr>
                <a:srgbClr val="1E64C8"/>
              </a:buClr>
              <a:tabLst/>
              <a:defRPr baseline="0">
                <a:latin typeface="UGent Panno Text" panose="02000506040000040003" pitchFamily="2" charset="0"/>
              </a:defRPr>
            </a:lvl2pPr>
            <a:lvl3pPr marL="801688" indent="-263525">
              <a:buClr>
                <a:srgbClr val="1E64C8"/>
              </a:buClr>
              <a:tabLst/>
              <a:defRPr baseline="0">
                <a:latin typeface="UGent Panno Text" panose="02000506040000040003" pitchFamily="2" charset="0"/>
              </a:defRPr>
            </a:lvl3pPr>
            <a:lvl4pPr>
              <a:defRPr baseline="0">
                <a:latin typeface="UGent Panno Text" panose="02000506040000040003" pitchFamily="2" charset="0"/>
              </a:defRPr>
            </a:lvl4pPr>
            <a:lvl5pPr>
              <a:defRPr baseline="0">
                <a:latin typeface="UGent Panno Text" panose="02000506040000040003" pitchFamily="2" charset="0"/>
              </a:defRPr>
            </a:lvl5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CB15F7A-2857-1665-65A2-912D2635A33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3429000"/>
            <a:ext cx="5761038" cy="3132137"/>
          </a:xfrm>
          <a:prstGeom prst="rect">
            <a:avLst/>
          </a:prstGeom>
          <a:solidFill>
            <a:srgbClr val="8BBEE8"/>
          </a:solidFill>
        </p:spPr>
        <p:txBody>
          <a:bodyPr lIns="216000" tIns="216000"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0FE049FB-53CE-0D06-5EAF-F7D996BBD1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2925" y="1150143"/>
            <a:ext cx="10893106" cy="549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solidFill>
                  <a:srgbClr val="8BBEE8"/>
                </a:solidFill>
                <a:latin typeface="UGent Panno Text" panose="02000506040000040003" pitchFamily="2" charset="0"/>
              </a:defRPr>
            </a:lvl1pPr>
          </a:lstStyle>
          <a:p>
            <a:r>
              <a:rPr lang="en-GB" sz="2800" b="0" i="0" baseline="0" dirty="0">
                <a:latin typeface="UGent Panno Text SemiLight" panose="02000406040000040003" pitchFamily="2" charset="0"/>
              </a:rPr>
              <a:t>Click to add subtitle</a:t>
            </a:r>
            <a:endParaRPr lang="en-BE" sz="2800" b="0" i="0" baseline="0" dirty="0">
              <a:latin typeface="UGent Panno Text SemiLight" panose="02000406040000040003" pitchFamily="2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B3EDE80-0BDF-4564-E27A-18B047ECA9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2609" y="250995"/>
            <a:ext cx="10893422" cy="893656"/>
          </a:xfrm>
          <a:prstGeom prst="rect">
            <a:avLst/>
          </a:prstGeom>
        </p:spPr>
        <p:txBody>
          <a:bodyPr tIns="0" bIns="0"/>
          <a:lstStyle>
            <a:lvl1pPr>
              <a:defRPr sz="4400" b="1" i="0" cap="none" baseline="0">
                <a:solidFill>
                  <a:srgbClr val="1E64C8"/>
                </a:solidFill>
                <a:latin typeface="UGent Panno Text" panose="02000506040000040003" pitchFamily="2" charset="0"/>
              </a:defRPr>
            </a:lvl1pPr>
          </a:lstStyle>
          <a:p>
            <a:r>
              <a:rPr lang="en-GB" dirty="0"/>
              <a:t>Click to add title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27420363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469" userDrawn="1">
          <p15:clr>
            <a:srgbClr val="FBAE40"/>
          </p15:clr>
        </p15:guide>
        <p15:guide id="4" orient="horz" pos="413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B9B38-4062-3544-B884-9B34D23BDCA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2609" y="1889759"/>
            <a:ext cx="5340031" cy="37896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UGent Panno Text" panose="02000506040000040003" pitchFamily="2" charset="0"/>
              </a:defRPr>
            </a:lvl1pPr>
            <a:lvl2pPr marL="9525" indent="263525">
              <a:buClr>
                <a:srgbClr val="1E64C8"/>
              </a:buClr>
              <a:tabLst/>
              <a:defRPr baseline="0">
                <a:latin typeface="UGent Panno Text" panose="02000506040000040003" pitchFamily="2" charset="0"/>
              </a:defRPr>
            </a:lvl2pPr>
            <a:lvl3pPr marL="801688" indent="-263525">
              <a:buClr>
                <a:srgbClr val="1E64C8"/>
              </a:buClr>
              <a:tabLst/>
              <a:defRPr baseline="0">
                <a:latin typeface="UGent Panno Text" panose="02000506040000040003" pitchFamily="2" charset="0"/>
              </a:defRPr>
            </a:lvl3pPr>
            <a:lvl4pPr>
              <a:defRPr baseline="0">
                <a:latin typeface="UGent Panno Text" panose="02000506040000040003" pitchFamily="2" charset="0"/>
              </a:defRPr>
            </a:lvl4pPr>
            <a:lvl5pPr>
              <a:defRPr baseline="0">
                <a:latin typeface="UGent Panno Text" panose="02000506040000040003" pitchFamily="2" charset="0"/>
              </a:defRPr>
            </a:lvl5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A61780A-83DC-D87E-7E9D-4AAE6AB2CEE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0"/>
            <a:ext cx="5761038" cy="6561138"/>
          </a:xfrm>
          <a:prstGeom prst="rect">
            <a:avLst/>
          </a:prstGeom>
          <a:solidFill>
            <a:schemeClr val="bg1">
              <a:alpha val="10106"/>
            </a:schemeClr>
          </a:solidFill>
        </p:spPr>
        <p:txBody>
          <a:bodyPr/>
          <a:lstStyle>
            <a:lvl1pPr marL="0" indent="0">
              <a:buNone/>
              <a:defRPr b="0" i="1" baseline="0"/>
            </a:lvl1pPr>
          </a:lstStyle>
          <a:p>
            <a:r>
              <a:rPr lang="nl-BE" dirty="0"/>
              <a:t>Click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add</a:t>
            </a:r>
            <a:r>
              <a:rPr lang="nl-BE" dirty="0"/>
              <a:t> picture</a:t>
            </a:r>
            <a:endParaRPr lang="en-BE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38AEE2A-8AAD-71AA-7952-D0105F9D9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2609" y="357529"/>
            <a:ext cx="5340031" cy="1532230"/>
          </a:xfrm>
          <a:prstGeom prst="rect">
            <a:avLst/>
          </a:prstGeom>
        </p:spPr>
        <p:txBody>
          <a:bodyPr anchor="t" anchorCtr="0"/>
          <a:lstStyle>
            <a:lvl1pPr>
              <a:lnSpc>
                <a:spcPts val="4880"/>
              </a:lnSpc>
              <a:defRPr sz="4400" b="1" i="0" cap="none" baseline="0">
                <a:solidFill>
                  <a:srgbClr val="1E64C8"/>
                </a:solidFill>
                <a:latin typeface="UGent Panno Text" panose="02000506040000040003" pitchFamily="2" charset="0"/>
              </a:defRPr>
            </a:lvl1pPr>
          </a:lstStyle>
          <a:p>
            <a:r>
              <a:rPr lang="en-GB" dirty="0"/>
              <a:t>Click to add title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26594405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469" userDrawn="1">
          <p15:clr>
            <a:srgbClr val="FBAE40"/>
          </p15:clr>
        </p15:guide>
        <p15:guide id="4" orient="horz" pos="4133" userDrawn="1">
          <p15:clr>
            <a:srgbClr val="FBAE40"/>
          </p15:clr>
        </p15:guide>
        <p15:guide id="5" orient="horz" pos="52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60491DC-DD02-8C0D-3C43-4759716D260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34963" y="0"/>
            <a:ext cx="11857037" cy="5624513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b="0" i="1" baseline="0"/>
            </a:lvl1pPr>
          </a:lstStyle>
          <a:p>
            <a:r>
              <a:rPr lang="nl-BE" dirty="0"/>
              <a:t>Click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add</a:t>
            </a:r>
            <a:r>
              <a:rPr lang="nl-BE" dirty="0"/>
              <a:t> picture</a:t>
            </a:r>
            <a:endParaRPr lang="en-BE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79928919-EA26-6E09-2403-4922D79229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2960688"/>
            <a:ext cx="5761038" cy="3600450"/>
          </a:xfrm>
          <a:prstGeom prst="rect">
            <a:avLst/>
          </a:prstGeom>
          <a:solidFill>
            <a:srgbClr val="8BBEE8"/>
          </a:solidFill>
        </p:spPr>
        <p:txBody>
          <a:bodyPr lIns="288000" tIns="144000"/>
          <a:lstStyle>
            <a:lvl1pPr marL="0" indent="0">
              <a:lnSpc>
                <a:spcPct val="100000"/>
              </a:lnSpc>
              <a:buNone/>
              <a:defRPr sz="2000" b="0" i="0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en-GB" dirty="0"/>
              <a:t>Click to add text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2262690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469">
          <p15:clr>
            <a:srgbClr val="FBAE40"/>
          </p15:clr>
        </p15:guide>
        <p15:guide id="4" orient="horz" pos="4133">
          <p15:clr>
            <a:srgbClr val="FBAE40"/>
          </p15:clr>
        </p15:guide>
        <p15:guide id="5" orient="horz" pos="3543">
          <p15:clr>
            <a:srgbClr val="FBAE40"/>
          </p15:clr>
        </p15:guide>
        <p15:guide id="6" pos="211">
          <p15:clr>
            <a:srgbClr val="FBAE40"/>
          </p15:clr>
        </p15:guide>
        <p15:guide id="7" orient="horz" pos="1865" userDrawn="1">
          <p15:clr>
            <a:srgbClr val="FBAE40"/>
          </p15:clr>
        </p15:guide>
        <p15:guide id="8" pos="4021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D8A7D59B-53F4-BEBC-DECB-70532BA2E89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34964" y="0"/>
            <a:ext cx="8426236" cy="5624513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b="0" i="1" baseline="0"/>
            </a:lvl1pPr>
          </a:lstStyle>
          <a:p>
            <a:r>
              <a:rPr lang="nl-BE" dirty="0"/>
              <a:t>Click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add</a:t>
            </a:r>
            <a:r>
              <a:rPr lang="nl-BE" dirty="0"/>
              <a:t> picture</a:t>
            </a:r>
            <a:endParaRPr lang="en-BE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CFE686B0-9020-8A92-0329-A8A99BFE9A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3429000"/>
            <a:ext cx="5761038" cy="3132137"/>
          </a:xfrm>
          <a:prstGeom prst="rect">
            <a:avLst/>
          </a:prstGeom>
          <a:solidFill>
            <a:schemeClr val="bg1"/>
          </a:solidFill>
        </p:spPr>
        <p:txBody>
          <a:bodyPr lIns="216000" tIns="216000"/>
          <a:lstStyle>
            <a:lvl1pPr marL="0" indent="0">
              <a:buNone/>
              <a:defRPr sz="2400" b="1" i="0" baseline="0">
                <a:solidFill>
                  <a:srgbClr val="1E64C8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en-GB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0319734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43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5518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424342D-546E-7B37-2676-BAAD35536F2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9F0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CB6634-3E7A-5251-E883-2E5086975C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3815" y="5632331"/>
            <a:ext cx="1531620" cy="1225554"/>
          </a:xfrm>
          <a:prstGeom prst="rect">
            <a:avLst/>
          </a:prstGeom>
        </p:spPr>
      </p:pic>
      <p:sp>
        <p:nvSpPr>
          <p:cNvPr id="7" name="Media Placeholder 6">
            <a:extLst>
              <a:ext uri="{FF2B5EF4-FFF2-40B4-BE49-F238E27FC236}">
                <a16:creationId xmlns:a16="http://schemas.microsoft.com/office/drawing/2014/main" id="{FC62665B-E898-7EE2-2118-04E6DA6F3F16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1803400" y="647012"/>
            <a:ext cx="8582025" cy="482282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1" baseline="0"/>
            </a:lvl1pPr>
          </a:lstStyle>
          <a:p>
            <a:r>
              <a:rPr lang="en-GB" dirty="0"/>
              <a:t>Click to add video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951F26E-CB45-E98F-4538-724A7F98AE2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35503" y="2526636"/>
            <a:ext cx="1520993" cy="1135012"/>
          </a:xfrm>
          <a:prstGeom prst="rect">
            <a:avLst/>
          </a:prstGeom>
          <a:effectLst>
            <a:outerShdw blurRad="50800" dist="79774" dir="2700000" sx="95000" sy="95000" algn="tl" rotWithShape="0">
              <a:prstClr val="black">
                <a:alpha val="42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6032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43">
          <p15:clr>
            <a:srgbClr val="FBAE40"/>
          </p15:clr>
        </p15:guide>
        <p15:guide id="2" pos="3840">
          <p15:clr>
            <a:srgbClr val="FBAE40"/>
          </p15:clr>
        </p15:guide>
        <p15:guide id="3" pos="211">
          <p15:clr>
            <a:srgbClr val="FBAE40"/>
          </p15:clr>
        </p15:guide>
        <p15:guide id="4" pos="551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hlinkClick r:id="rId2"/>
            <a:extLst>
              <a:ext uri="{FF2B5EF4-FFF2-40B4-BE49-F238E27FC236}">
                <a16:creationId xmlns:a16="http://schemas.microsoft.com/office/drawing/2014/main" id="{362F20F1-ED28-85C0-71DB-505E68838417}"/>
              </a:ext>
            </a:extLst>
          </p:cNvPr>
          <p:cNvSpPr/>
          <p:nvPr userDrawn="1"/>
        </p:nvSpPr>
        <p:spPr>
          <a:xfrm>
            <a:off x="334962" y="904834"/>
            <a:ext cx="11857038" cy="4727381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E68D4D5-0FA9-E53F-F53B-B98FE92BBC7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09307" y="1288131"/>
            <a:ext cx="5800725" cy="36846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nl-BE" dirty="0"/>
              <a:t>Click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add</a:t>
            </a:r>
            <a:r>
              <a:rPr lang="nl-BE" dirty="0"/>
              <a:t> name presenter</a:t>
            </a:r>
            <a:endParaRPr lang="en-GB" dirty="0"/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C9F327B-FF93-9563-C292-045730830A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09306" y="1744365"/>
            <a:ext cx="5800725" cy="36846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nl-BE" dirty="0"/>
              <a:t>Click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add</a:t>
            </a:r>
            <a:r>
              <a:rPr lang="nl-BE" dirty="0"/>
              <a:t> </a:t>
            </a:r>
            <a:r>
              <a:rPr lang="nl-BE" dirty="0" err="1"/>
              <a:t>function</a:t>
            </a:r>
            <a:r>
              <a:rPr lang="nl-BE" dirty="0"/>
              <a:t> presenter</a:t>
            </a:r>
            <a:endParaRPr lang="en-GB" dirty="0"/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695713-4E1B-201D-D5EB-461CBF7EBA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09306" y="2514594"/>
            <a:ext cx="5800725" cy="36846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 cap="all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nl-BE" dirty="0"/>
              <a:t>Click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add</a:t>
            </a:r>
            <a:r>
              <a:rPr lang="nl-BE" dirty="0"/>
              <a:t> </a:t>
            </a:r>
            <a:r>
              <a:rPr lang="nl-BE" dirty="0" err="1"/>
              <a:t>department</a:t>
            </a:r>
            <a:r>
              <a:rPr lang="nl-BE" dirty="0"/>
              <a:t> or research </a:t>
            </a:r>
            <a:r>
              <a:rPr lang="nl-BE" dirty="0" err="1"/>
              <a:t>group</a:t>
            </a:r>
            <a:endParaRPr lang="en-GB" dirty="0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FE657102-1BE8-0D9D-E03D-6B6E915D87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09306" y="3448928"/>
            <a:ext cx="5800725" cy="36846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nl-BE" dirty="0"/>
              <a:t>Click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add</a:t>
            </a:r>
            <a:r>
              <a:rPr lang="nl-BE" dirty="0"/>
              <a:t> email </a:t>
            </a:r>
            <a:r>
              <a:rPr lang="nl-BE" dirty="0" err="1"/>
              <a:t>address</a:t>
            </a:r>
            <a:endParaRPr lang="en-GB" dirty="0"/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86142B73-FD37-BBD7-B358-4DD6E2FC11F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09305" y="3906540"/>
            <a:ext cx="5800725" cy="36846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nl-BE" dirty="0"/>
              <a:t>Click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add</a:t>
            </a:r>
            <a:r>
              <a:rPr lang="nl-BE" dirty="0"/>
              <a:t> </a:t>
            </a:r>
            <a:r>
              <a:rPr lang="nl-BE" dirty="0" err="1"/>
              <a:t>phone</a:t>
            </a:r>
            <a:r>
              <a:rPr lang="nl-BE" dirty="0"/>
              <a:t> </a:t>
            </a:r>
            <a:r>
              <a:rPr lang="nl-BE" dirty="0" err="1"/>
              <a:t>number</a:t>
            </a:r>
            <a:endParaRPr lang="en-GB" dirty="0"/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341BF6EC-7ACA-8D9F-5C30-803E5DD79E4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09305" y="4379321"/>
            <a:ext cx="5800725" cy="36846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nl-BE" dirty="0"/>
              <a:t>Click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add</a:t>
            </a:r>
            <a:r>
              <a:rPr lang="nl-BE" dirty="0"/>
              <a:t> </a:t>
            </a:r>
            <a:r>
              <a:rPr lang="nl-BE" dirty="0" err="1"/>
              <a:t>cell</a:t>
            </a:r>
            <a:r>
              <a:rPr lang="nl-BE" dirty="0"/>
              <a:t> </a:t>
            </a:r>
            <a:r>
              <a:rPr lang="nl-BE" dirty="0" err="1"/>
              <a:t>phone</a:t>
            </a:r>
            <a:r>
              <a:rPr lang="nl-BE" dirty="0"/>
              <a:t> </a:t>
            </a:r>
            <a:r>
              <a:rPr lang="nl-BE" dirty="0" err="1"/>
              <a:t>number</a:t>
            </a:r>
            <a:endParaRPr lang="en-GB" dirty="0"/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87902B-45B8-AF60-EDBD-FCD5EFD0614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341671" y="2572340"/>
            <a:ext cx="2652130" cy="36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0" i="0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88FF502E-8D06-7F3E-2B5A-7C3BB3F17DCE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903448" y="2572340"/>
            <a:ext cx="360000" cy="360000"/>
          </a:xfrm>
        </p:spPr>
        <p:txBody>
          <a:bodyPr>
            <a:normAutofit/>
          </a:bodyPr>
          <a:lstStyle>
            <a:lvl1pPr>
              <a:defRPr sz="600" baseline="0"/>
            </a:lvl1pPr>
          </a:lstStyle>
          <a:p>
            <a:r>
              <a:rPr lang="en-GB"/>
              <a:t>Click icon to add picture</a:t>
            </a:r>
            <a:endParaRPr lang="en-BE" dirty="0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EE6C3D79-39D2-1CC1-710A-71F43764734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341671" y="3006178"/>
            <a:ext cx="2652130" cy="36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0" i="0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14">
            <a:extLst>
              <a:ext uri="{FF2B5EF4-FFF2-40B4-BE49-F238E27FC236}">
                <a16:creationId xmlns:a16="http://schemas.microsoft.com/office/drawing/2014/main" id="{35C7FD63-C24F-9766-4D38-14E96DC1DEDF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903448" y="3006178"/>
            <a:ext cx="360000" cy="360000"/>
          </a:xfrm>
        </p:spPr>
        <p:txBody>
          <a:bodyPr>
            <a:normAutofit/>
          </a:bodyPr>
          <a:lstStyle>
            <a:lvl1pPr>
              <a:defRPr sz="600" baseline="0"/>
            </a:lvl1pPr>
          </a:lstStyle>
          <a:p>
            <a:r>
              <a:rPr lang="en-GB"/>
              <a:t>Click icon to add picture</a:t>
            </a:r>
            <a:endParaRPr lang="en-BE"/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07A2FB37-D7D0-D120-A655-7C75B68BBD6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341671" y="3440016"/>
            <a:ext cx="2652130" cy="36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0" i="0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14">
            <a:extLst>
              <a:ext uri="{FF2B5EF4-FFF2-40B4-BE49-F238E27FC236}">
                <a16:creationId xmlns:a16="http://schemas.microsoft.com/office/drawing/2014/main" id="{03C7886B-E8EB-BF9C-5EAB-500C666EA06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903448" y="3440016"/>
            <a:ext cx="360000" cy="360000"/>
          </a:xfrm>
        </p:spPr>
        <p:txBody>
          <a:bodyPr>
            <a:normAutofit/>
          </a:bodyPr>
          <a:lstStyle>
            <a:lvl1pPr>
              <a:defRPr sz="600" baseline="0"/>
            </a:lvl1pPr>
          </a:lstStyle>
          <a:p>
            <a:r>
              <a:rPr lang="en-GB"/>
              <a:t>Click icon to add picture</a:t>
            </a:r>
            <a:endParaRPr lang="en-BE"/>
          </a:p>
        </p:txBody>
      </p:sp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58188310-B4F5-84E8-1582-FA7CC5C711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341671" y="3873854"/>
            <a:ext cx="2652130" cy="36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0" i="0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8" name="Picture Placeholder 14">
            <a:extLst>
              <a:ext uri="{FF2B5EF4-FFF2-40B4-BE49-F238E27FC236}">
                <a16:creationId xmlns:a16="http://schemas.microsoft.com/office/drawing/2014/main" id="{D6AAACB1-04C7-44D6-2E19-7196D2FAE160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903448" y="3873854"/>
            <a:ext cx="360000" cy="360000"/>
          </a:xfrm>
        </p:spPr>
        <p:txBody>
          <a:bodyPr>
            <a:normAutofit/>
          </a:bodyPr>
          <a:lstStyle>
            <a:lvl1pPr>
              <a:defRPr sz="600" baseline="0"/>
            </a:lvl1pPr>
          </a:lstStyle>
          <a:p>
            <a:r>
              <a:rPr lang="en-GB"/>
              <a:t>Click icon to add picture</a:t>
            </a:r>
            <a:endParaRPr lang="en-BE"/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66746C4A-1A2B-73F9-2735-FCADDF6790B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41671" y="4307692"/>
            <a:ext cx="2652130" cy="36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0" i="0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Picture Placeholder 14">
            <a:extLst>
              <a:ext uri="{FF2B5EF4-FFF2-40B4-BE49-F238E27FC236}">
                <a16:creationId xmlns:a16="http://schemas.microsoft.com/office/drawing/2014/main" id="{680C7AB2-4763-95A8-4FA3-AE9A97C677E3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8903448" y="4307692"/>
            <a:ext cx="360000" cy="360000"/>
          </a:xfrm>
        </p:spPr>
        <p:txBody>
          <a:bodyPr>
            <a:normAutofit/>
          </a:bodyPr>
          <a:lstStyle>
            <a:lvl1pPr>
              <a:defRPr sz="600" baseline="0"/>
            </a:lvl1pPr>
          </a:lstStyle>
          <a:p>
            <a:r>
              <a:rPr lang="en-GB"/>
              <a:t>Click icon to add picture</a:t>
            </a:r>
            <a:endParaRPr lang="en-BE"/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FDB81306-A097-1971-ACA8-4EBE7A81B91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903448" y="4971369"/>
            <a:ext cx="2652130" cy="36000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5" name="Afbeelding 17">
            <a:extLst>
              <a:ext uri="{FF2B5EF4-FFF2-40B4-BE49-F238E27FC236}">
                <a16:creationId xmlns:a16="http://schemas.microsoft.com/office/drawing/2014/main" id="{1268C458-54E6-556D-8781-D86A10F2D6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-3506" y="-39239"/>
            <a:ext cx="3126706" cy="1042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1092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8064DE9-30A2-2B74-537F-01BD484D90F8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/>
          <a:stretch/>
        </p:blipFill>
        <p:spPr>
          <a:xfrm>
            <a:off x="43815" y="5632331"/>
            <a:ext cx="1531620" cy="1225554"/>
          </a:xfrm>
          <a:prstGeom prst="rect">
            <a:avLst/>
          </a:prstGeom>
        </p:spPr>
      </p:pic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854843F8-C4AC-387E-D09E-8057C939F3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56085" y="6356350"/>
            <a:ext cx="48649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UGent Panno Text" panose="02000506040000040003" pitchFamily="2" charset="0"/>
              </a:defRPr>
            </a:lvl1pPr>
          </a:lstStyle>
          <a:p>
            <a:endParaRPr lang="en-BE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9057CCB8-6D9D-26CA-514D-DC21CF29C2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69622" y="6356350"/>
            <a:ext cx="13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UGent Panno Text" panose="02000506040000040003" pitchFamily="2" charset="0"/>
              </a:defRPr>
            </a:lvl1pPr>
          </a:lstStyle>
          <a:p>
            <a:fld id="{3C1D3A25-F5F4-AF4A-8239-A533218656DA}" type="slidenum">
              <a:rPr lang="en-BE"/>
              <a:pPr/>
              <a:t>‹#›</a:t>
            </a:fld>
            <a:endParaRPr lang="en-BE"/>
          </a:p>
        </p:txBody>
      </p:sp>
      <p:sp>
        <p:nvSpPr>
          <p:cNvPr id="21" name="Date Placeholder 20">
            <a:extLst>
              <a:ext uri="{FF2B5EF4-FFF2-40B4-BE49-F238E27FC236}">
                <a16:creationId xmlns:a16="http://schemas.microsoft.com/office/drawing/2014/main" id="{9ACE937C-4427-1E12-DDEC-0A500F85C8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69002" y="6356350"/>
            <a:ext cx="2938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UGent Panno Text" panose="02000506040000040003" pitchFamily="2" charset="0"/>
              </a:defRPr>
            </a:lvl1pPr>
          </a:lstStyle>
          <a:p>
            <a:fld id="{3257FDC4-781E-E84B-ACE4-EF1686371FEC}" type="datetimeFigureOut">
              <a:rPr lang="en-BE"/>
              <a:pPr/>
              <a:t>07/11/2025</a:t>
            </a:fld>
            <a:endParaRPr lang="en-BE"/>
          </a:p>
        </p:txBody>
      </p:sp>
      <p:sp>
        <p:nvSpPr>
          <p:cNvPr id="24" name="Title Placeholder 16">
            <a:extLst>
              <a:ext uri="{FF2B5EF4-FFF2-40B4-BE49-F238E27FC236}">
                <a16:creationId xmlns:a16="http://schemas.microsoft.com/office/drawing/2014/main" id="{7BD70135-BFF5-C1D3-7EAF-CD09E5AA0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609" y="365126"/>
            <a:ext cx="10811191" cy="7794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dirty="0"/>
              <a:t>Klik om stijl te bewerken</a:t>
            </a:r>
            <a:endParaRPr lang="en-BE" dirty="0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9072CE6-E1B8-1EA7-B3C8-10C89DDC5E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2609" y="1825625"/>
            <a:ext cx="1081119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51933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61" r:id="rId4"/>
    <p:sldLayoutId id="2147483663" r:id="rId5"/>
    <p:sldLayoutId id="2147483662" r:id="rId6"/>
    <p:sldLayoutId id="2147483668" r:id="rId7"/>
    <p:sldLayoutId id="2147483654" r:id="rId8"/>
    <p:sldLayoutId id="2147483666" r:id="rId9"/>
    <p:sldLayoutId id="2147483667" r:id="rId10"/>
  </p:sldLayoutIdLst>
  <p:txStyles>
    <p:titleStyle>
      <a:lvl1pPr marL="0" marR="0" indent="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kern="1200" cap="none" baseline="0">
          <a:solidFill>
            <a:srgbClr val="1E64C8"/>
          </a:solidFill>
          <a:latin typeface="UGent Panno Text Medium" panose="02000506040000040003" pitchFamily="2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UGent Panno Text" panose="02000506040000040003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1E64C8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UGent Panno Text" panose="02000506040000040003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1E64C8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UGent Panno Text" panose="02000506040000040003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1E64C8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UGent Panno Text" panose="02000506040000040003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1E64C8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UGent Panno Text" panose="02000506040000040003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2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3CB37-FBB6-02F0-847B-B60A7B07F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AEE86FE6-FC7B-CFBD-0DD2-C916638F8AC9}"/>
              </a:ext>
            </a:extLst>
          </p:cNvPr>
          <p:cNvSpPr txBox="1"/>
          <p:nvPr/>
        </p:nvSpPr>
        <p:spPr>
          <a:xfrm>
            <a:off x="218661" y="5675243"/>
            <a:ext cx="1123122" cy="103367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B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1E32D04-1B25-44C2-1891-B424A205F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608" y="149087"/>
            <a:ext cx="10893422" cy="893656"/>
          </a:xfrm>
        </p:spPr>
        <p:txBody>
          <a:bodyPr/>
          <a:lstStyle/>
          <a:p>
            <a:r>
              <a:rPr lang="en-BE" dirty="0">
                <a:latin typeface="+mn-lt"/>
              </a:rPr>
              <a:t>System Design</a:t>
            </a:r>
          </a:p>
        </p:txBody>
      </p:sp>
      <p:pic>
        <p:nvPicPr>
          <p:cNvPr id="3" name="Picture 2" descr="A white rectangle with black text&#10;&#10;AI-generated content may be incorrect.">
            <a:extLst>
              <a:ext uri="{FF2B5EF4-FFF2-40B4-BE49-F238E27FC236}">
                <a16:creationId xmlns:a16="http://schemas.microsoft.com/office/drawing/2014/main" id="{61656A35-EE72-7F8E-A20F-356201A58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186" y="1185518"/>
            <a:ext cx="9803625" cy="1543878"/>
          </a:xfrm>
          <a:prstGeom prst="rect">
            <a:avLst/>
          </a:prstGeom>
        </p:spPr>
      </p:pic>
      <p:pic>
        <p:nvPicPr>
          <p:cNvPr id="6" name="Picture 5" descr="A diagram of a network&#10;&#10;AI-generated content may be incorrect.">
            <a:extLst>
              <a:ext uri="{FF2B5EF4-FFF2-40B4-BE49-F238E27FC236}">
                <a16:creationId xmlns:a16="http://schemas.microsoft.com/office/drawing/2014/main" id="{FDC4FA63-1E74-2166-403D-E100430510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6320" y="3001181"/>
            <a:ext cx="5139359" cy="1167181"/>
          </a:xfrm>
          <a:prstGeom prst="rect">
            <a:avLst/>
          </a:prstGeom>
        </p:spPr>
      </p:pic>
      <p:pic>
        <p:nvPicPr>
          <p:cNvPr id="8" name="Picture 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849DF9A3-4580-143A-3B79-CE1DE38B55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843" y="4830419"/>
            <a:ext cx="11347496" cy="1543877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3D3D4D6A-977F-F658-819F-AA4B1BE69857}"/>
              </a:ext>
            </a:extLst>
          </p:cNvPr>
          <p:cNvSpPr/>
          <p:nvPr/>
        </p:nvSpPr>
        <p:spPr>
          <a:xfrm>
            <a:off x="9332843" y="4760845"/>
            <a:ext cx="1331844" cy="951394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DFE471F-3E02-652E-14BF-7E6396D90F1A}"/>
              </a:ext>
            </a:extLst>
          </p:cNvPr>
          <p:cNvSpPr/>
          <p:nvPr/>
        </p:nvSpPr>
        <p:spPr>
          <a:xfrm>
            <a:off x="4764155" y="4760845"/>
            <a:ext cx="1331844" cy="911637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12070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62E464EC-6671-BF71-54E3-F8CE0E71D769}"/>
              </a:ext>
            </a:extLst>
          </p:cNvPr>
          <p:cNvSpPr txBox="1"/>
          <p:nvPr/>
        </p:nvSpPr>
        <p:spPr>
          <a:xfrm>
            <a:off x="218661" y="5675243"/>
            <a:ext cx="1123122" cy="103367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B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ACACF72-B0F6-0633-2CF5-9931DDEAB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>
                <a:latin typeface="+mn-lt"/>
              </a:rPr>
              <a:t>System Performance - Simulatons</a:t>
            </a:r>
          </a:p>
        </p:txBody>
      </p:sp>
      <p:pic>
        <p:nvPicPr>
          <p:cNvPr id="10" name="Picture 9" descr="A graph with a line&#10;&#10;AI-generated content may be incorrect.">
            <a:extLst>
              <a:ext uri="{FF2B5EF4-FFF2-40B4-BE49-F238E27FC236}">
                <a16:creationId xmlns:a16="http://schemas.microsoft.com/office/drawing/2014/main" id="{5C08D6A2-5DE6-2693-7BBB-D4F5EA9291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001" y="1427983"/>
            <a:ext cx="6249510" cy="4664324"/>
          </a:xfrm>
          <a:prstGeom prst="rect">
            <a:avLst/>
          </a:prstGeom>
        </p:spPr>
      </p:pic>
      <p:pic>
        <p:nvPicPr>
          <p:cNvPr id="12" name="Picture 11" descr="A graph with a line&#10;&#10;AI-generated content may be incorrect.">
            <a:extLst>
              <a:ext uri="{FF2B5EF4-FFF2-40B4-BE49-F238E27FC236}">
                <a16:creationId xmlns:a16="http://schemas.microsoft.com/office/drawing/2014/main" id="{20CF8BB8-0F0B-02AC-E60E-35042F256F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427983"/>
            <a:ext cx="5890205" cy="4664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945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23E15-A5AC-CEEB-9D05-6A202FEA7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C28D14F2-203F-BDA2-EAC2-D92E3FAFCBA4}"/>
              </a:ext>
            </a:extLst>
          </p:cNvPr>
          <p:cNvSpPr txBox="1"/>
          <p:nvPr/>
        </p:nvSpPr>
        <p:spPr>
          <a:xfrm>
            <a:off x="218661" y="5675243"/>
            <a:ext cx="1123122" cy="103367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E010CE-1A59-64DF-1B91-F1011615E5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BE" dirty="0"/>
              <a:t>Different Systems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C2DAB3A-15BB-9384-1AF9-4A5C5D389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>
                <a:latin typeface="+mn-lt"/>
              </a:rPr>
              <a:t>System Performance - Simulatons</a:t>
            </a:r>
          </a:p>
        </p:txBody>
      </p:sp>
      <p:pic>
        <p:nvPicPr>
          <p:cNvPr id="5" name="Picture 4" descr="A graph with a line and a line&#10;&#10;AI-generated content may be incorrect.">
            <a:extLst>
              <a:ext uri="{FF2B5EF4-FFF2-40B4-BE49-F238E27FC236}">
                <a16:creationId xmlns:a16="http://schemas.microsoft.com/office/drawing/2014/main" id="{FB2F1B1C-5EDB-A08F-4BC9-511F6FFCAA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32341"/>
            <a:ext cx="5822004" cy="4874664"/>
          </a:xfrm>
          <a:prstGeom prst="rect">
            <a:avLst/>
          </a:prstGeom>
        </p:spPr>
      </p:pic>
      <p:pic>
        <p:nvPicPr>
          <p:cNvPr id="7" name="Picture 6" descr="A graph with blue lines&#10;&#10;AI-generated content may be incorrect.">
            <a:extLst>
              <a:ext uri="{FF2B5EF4-FFF2-40B4-BE49-F238E27FC236}">
                <a16:creationId xmlns:a16="http://schemas.microsoft.com/office/drawing/2014/main" id="{BFEA149D-C3B1-538B-3977-E0926DEE96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6629" y="1828799"/>
            <a:ext cx="6256710" cy="4672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862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ADB80-3D96-23A8-6BB0-8A90AE9A4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97DB6C4-9FB2-8101-5FC8-929B23704F26}"/>
              </a:ext>
            </a:extLst>
          </p:cNvPr>
          <p:cNvSpPr txBox="1"/>
          <p:nvPr/>
        </p:nvSpPr>
        <p:spPr>
          <a:xfrm>
            <a:off x="218661" y="5675243"/>
            <a:ext cx="1123122" cy="103367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408377-6331-F38A-CAE8-8DB00F132B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BE" b="1" dirty="0"/>
              <a:t>Different Systems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949A598-D0E7-64F3-E195-7CAB023E8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>
                <a:latin typeface="+mn-lt"/>
              </a:rPr>
              <a:t>System Performance - Simulatons</a:t>
            </a:r>
          </a:p>
        </p:txBody>
      </p:sp>
      <p:pic>
        <p:nvPicPr>
          <p:cNvPr id="6" name="Picture 5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46814058-83DB-3EFF-A3F3-C8C4CAD52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" y="1823988"/>
            <a:ext cx="5938078" cy="4453559"/>
          </a:xfrm>
          <a:prstGeom prst="rect">
            <a:avLst/>
          </a:prstGeom>
        </p:spPr>
      </p:pic>
      <p:pic>
        <p:nvPicPr>
          <p:cNvPr id="8" name="Picture 7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A75EB60A-93B2-243E-7DA3-DF7327AAC8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23988"/>
            <a:ext cx="5828959" cy="4371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438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02085-CFF0-BB9A-32D5-FE1C83950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11BF89-4A7B-41AB-40F1-8B7C3EB6AE81}"/>
              </a:ext>
            </a:extLst>
          </p:cNvPr>
          <p:cNvSpPr txBox="1"/>
          <p:nvPr/>
        </p:nvSpPr>
        <p:spPr>
          <a:xfrm>
            <a:off x="218661" y="5675243"/>
            <a:ext cx="1123122" cy="103367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ECF643-E0D5-8013-0769-650E393AB5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BE" b="1" dirty="0"/>
              <a:t>Different</a:t>
            </a:r>
            <a:r>
              <a:rPr lang="en-BE" dirty="0"/>
              <a:t> </a:t>
            </a:r>
            <a:r>
              <a:rPr lang="en-BE" b="1" dirty="0"/>
              <a:t>Eigenchannels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5610039-16C0-614C-D8BB-033690793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>
                <a:latin typeface="+mn-lt"/>
              </a:rPr>
              <a:t>System Performance - Simulatons</a:t>
            </a:r>
          </a:p>
        </p:txBody>
      </p:sp>
      <p:pic>
        <p:nvPicPr>
          <p:cNvPr id="6" name="Picture 5" descr="A graph with blue and orange lines&#10;&#10;AI-generated content may be incorrect.">
            <a:extLst>
              <a:ext uri="{FF2B5EF4-FFF2-40B4-BE49-F238E27FC236}">
                <a16:creationId xmlns:a16="http://schemas.microsoft.com/office/drawing/2014/main" id="{CC943ACB-0AA6-CD4B-0D37-8E682FC8D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320" y="1966591"/>
            <a:ext cx="5948680" cy="4461510"/>
          </a:xfrm>
          <a:prstGeom prst="rect">
            <a:avLst/>
          </a:prstGeom>
        </p:spPr>
      </p:pic>
      <p:pic>
        <p:nvPicPr>
          <p:cNvPr id="8" name="Picture 7" descr="A graph of a graph with numbers and a line&#10;&#10;AI-generated content may be incorrect.">
            <a:extLst>
              <a:ext uri="{FF2B5EF4-FFF2-40B4-BE49-F238E27FC236}">
                <a16:creationId xmlns:a16="http://schemas.microsoft.com/office/drawing/2014/main" id="{9F663A0B-9A7F-1495-611F-2B7C946361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66591"/>
            <a:ext cx="5948680" cy="4461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762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B3A35-774D-21E3-5DBA-E1839D2E1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0E377F-A0A4-2AFC-89F9-607E9DCA29C0}"/>
              </a:ext>
            </a:extLst>
          </p:cNvPr>
          <p:cNvSpPr txBox="1"/>
          <p:nvPr/>
        </p:nvSpPr>
        <p:spPr>
          <a:xfrm>
            <a:off x="218661" y="5675243"/>
            <a:ext cx="1123122" cy="103367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015D05-65DD-E9C7-9986-83AC5B5823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BE" b="1" dirty="0"/>
              <a:t>Different</a:t>
            </a:r>
            <a:r>
              <a:rPr lang="en-BE" dirty="0"/>
              <a:t> </a:t>
            </a:r>
            <a:r>
              <a:rPr lang="en-BE" b="1" dirty="0"/>
              <a:t>Eigenchannels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EC3E435-44FC-A449-DA59-067406FF0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>
                <a:latin typeface="+mn-lt"/>
              </a:rPr>
              <a:t>System Performance - Simulatons</a:t>
            </a:r>
          </a:p>
        </p:txBody>
      </p:sp>
      <p:pic>
        <p:nvPicPr>
          <p:cNvPr id="7" name="Picture 6" descr="A graph of a graph with different colored lines&#10;&#10;AI-generated content may be incorrect.">
            <a:extLst>
              <a:ext uri="{FF2B5EF4-FFF2-40B4-BE49-F238E27FC236}">
                <a16:creationId xmlns:a16="http://schemas.microsoft.com/office/drawing/2014/main" id="{85AD7D91-0801-07D6-248C-06881C707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5430"/>
            <a:ext cx="6188767" cy="4641575"/>
          </a:xfrm>
          <a:prstGeom prst="rect">
            <a:avLst/>
          </a:prstGeom>
        </p:spPr>
      </p:pic>
      <p:pic>
        <p:nvPicPr>
          <p:cNvPr id="10" name="Picture 9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2863B330-C1B6-B276-3EBD-4DAAC7659E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061111"/>
            <a:ext cx="6061192" cy="4545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600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5EC45-B5C9-CC40-ED80-698D82D59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49B973-256A-4BBE-E279-2D567E664B58}"/>
              </a:ext>
            </a:extLst>
          </p:cNvPr>
          <p:cNvSpPr txBox="1"/>
          <p:nvPr/>
        </p:nvSpPr>
        <p:spPr>
          <a:xfrm>
            <a:off x="218661" y="5675243"/>
            <a:ext cx="1123122" cy="103367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9CF8D5-C764-12B1-8199-DA7A52A37A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BE" b="1" dirty="0"/>
              <a:t>Different</a:t>
            </a:r>
            <a:r>
              <a:rPr lang="en-BE" dirty="0"/>
              <a:t> </a:t>
            </a:r>
            <a:r>
              <a:rPr lang="en-BE" b="1" dirty="0"/>
              <a:t>Eigenchannels: difference between 2x2 and 4x2 systems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7E89E20-C48B-1908-37E0-9E90AF677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>
                <a:latin typeface="+mn-lt"/>
              </a:rPr>
              <a:t>System Performance - Simulatons</a:t>
            </a:r>
          </a:p>
        </p:txBody>
      </p:sp>
    </p:spTree>
    <p:extLst>
      <p:ext uri="{BB962C8B-B14F-4D97-AF65-F5344CB8AC3E}">
        <p14:creationId xmlns:p14="http://schemas.microsoft.com/office/powerpoint/2010/main" val="1240980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BD3AB-BB3C-D78D-06D4-0369F83C7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EBAF60-E895-7591-FC76-326941DDA5D6}"/>
              </a:ext>
            </a:extLst>
          </p:cNvPr>
          <p:cNvSpPr txBox="1"/>
          <p:nvPr/>
        </p:nvSpPr>
        <p:spPr>
          <a:xfrm>
            <a:off x="218661" y="5675243"/>
            <a:ext cx="1123122" cy="103367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BE" dirty="0"/>
          </a:p>
        </p:txBody>
      </p:sp>
      <p:pic>
        <p:nvPicPr>
          <p:cNvPr id="9" name="Picture 8" descr="A graph with blue and orange lines&#10;&#10;AI-generated content may be incorrect.">
            <a:extLst>
              <a:ext uri="{FF2B5EF4-FFF2-40B4-BE49-F238E27FC236}">
                <a16:creationId xmlns:a16="http://schemas.microsoft.com/office/drawing/2014/main" id="{9C9C59DF-512E-6206-1109-FDD8FD7D4D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62" y="586588"/>
            <a:ext cx="3789880" cy="2842411"/>
          </a:xfrm>
          <a:prstGeom prst="rect">
            <a:avLst/>
          </a:prstGeom>
        </p:spPr>
      </p:pic>
      <p:pic>
        <p:nvPicPr>
          <p:cNvPr id="11" name="Picture 10" descr="A graph of a graph with blue and orange lines&#10;&#10;AI-generated content may be incorrect.">
            <a:extLst>
              <a:ext uri="{FF2B5EF4-FFF2-40B4-BE49-F238E27FC236}">
                <a16:creationId xmlns:a16="http://schemas.microsoft.com/office/drawing/2014/main" id="{A4311A35-1328-DCFA-9697-4709E97560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178" y="3786809"/>
            <a:ext cx="3789880" cy="2842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980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C26A8-6B9E-3ADA-458F-3E29D2DA3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8E63E3-00C8-3EA1-1F7C-E6CB7B3D364E}"/>
              </a:ext>
            </a:extLst>
          </p:cNvPr>
          <p:cNvSpPr txBox="1"/>
          <p:nvPr/>
        </p:nvSpPr>
        <p:spPr>
          <a:xfrm>
            <a:off x="218661" y="5675243"/>
            <a:ext cx="1123122" cy="103367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BE" dirty="0"/>
          </a:p>
        </p:txBody>
      </p:sp>
      <p:pic>
        <p:nvPicPr>
          <p:cNvPr id="9" name="Picture 8" descr="A graph with blue and orange lines&#10;&#10;AI-generated content may be incorrect.">
            <a:extLst>
              <a:ext uri="{FF2B5EF4-FFF2-40B4-BE49-F238E27FC236}">
                <a16:creationId xmlns:a16="http://schemas.microsoft.com/office/drawing/2014/main" id="{982005B6-293A-7DBF-18FB-742A6EE39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62" y="586588"/>
            <a:ext cx="3789880" cy="2842411"/>
          </a:xfrm>
          <a:prstGeom prst="rect">
            <a:avLst/>
          </a:prstGeom>
        </p:spPr>
      </p:pic>
      <p:pic>
        <p:nvPicPr>
          <p:cNvPr id="10" name="Picture 9" descr="A graph of a graph with numbers and a line&#10;&#10;AI-generated content may be incorrect.">
            <a:extLst>
              <a:ext uri="{FF2B5EF4-FFF2-40B4-BE49-F238E27FC236}">
                <a16:creationId xmlns:a16="http://schemas.microsoft.com/office/drawing/2014/main" id="{E41ED3F2-3194-FE26-198F-CD7F709EA5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3147" y="655548"/>
            <a:ext cx="3789881" cy="2842411"/>
          </a:xfrm>
          <a:prstGeom prst="rect">
            <a:avLst/>
          </a:prstGeom>
        </p:spPr>
      </p:pic>
      <p:pic>
        <p:nvPicPr>
          <p:cNvPr id="11" name="Picture 10" descr="A graph of a graph with blue and orange lines&#10;&#10;AI-generated content may be incorrect.">
            <a:extLst>
              <a:ext uri="{FF2B5EF4-FFF2-40B4-BE49-F238E27FC236}">
                <a16:creationId xmlns:a16="http://schemas.microsoft.com/office/drawing/2014/main" id="{4311BD1F-E5A2-9B41-0C64-825E3BB99A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178" y="3786809"/>
            <a:ext cx="3789880" cy="2842410"/>
          </a:xfrm>
          <a:prstGeom prst="rect">
            <a:avLst/>
          </a:prstGeom>
        </p:spPr>
      </p:pic>
      <p:pic>
        <p:nvPicPr>
          <p:cNvPr id="12" name="Picture 11" descr="A graph of a graph&#10;&#10;AI-generated content may be incorrect.">
            <a:extLst>
              <a:ext uri="{FF2B5EF4-FFF2-40B4-BE49-F238E27FC236}">
                <a16:creationId xmlns:a16="http://schemas.microsoft.com/office/drawing/2014/main" id="{82D68FA1-D482-B33E-2D42-B7B915A8A7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3147" y="3756034"/>
            <a:ext cx="3937173" cy="295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00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88F4A-89BF-B2FC-C9C3-3C0937E99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06899B-8E65-DC3F-1057-0DBBE0D4F44C}"/>
              </a:ext>
            </a:extLst>
          </p:cNvPr>
          <p:cNvSpPr txBox="1"/>
          <p:nvPr/>
        </p:nvSpPr>
        <p:spPr>
          <a:xfrm>
            <a:off x="218661" y="5675243"/>
            <a:ext cx="1123122" cy="103367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BE" dirty="0"/>
          </a:p>
        </p:txBody>
      </p:sp>
      <p:pic>
        <p:nvPicPr>
          <p:cNvPr id="9" name="Picture 8" descr="A graph with blue and orange lines&#10;&#10;AI-generated content may be incorrect.">
            <a:extLst>
              <a:ext uri="{FF2B5EF4-FFF2-40B4-BE49-F238E27FC236}">
                <a16:creationId xmlns:a16="http://schemas.microsoft.com/office/drawing/2014/main" id="{29D22E6C-E262-2A84-1F2E-A5CDF33C8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62" y="586588"/>
            <a:ext cx="3789880" cy="2842411"/>
          </a:xfrm>
          <a:prstGeom prst="rect">
            <a:avLst/>
          </a:prstGeom>
        </p:spPr>
      </p:pic>
      <p:pic>
        <p:nvPicPr>
          <p:cNvPr id="10" name="Picture 9" descr="A graph of a graph with numbers and a line&#10;&#10;AI-generated content may be incorrect.">
            <a:extLst>
              <a:ext uri="{FF2B5EF4-FFF2-40B4-BE49-F238E27FC236}">
                <a16:creationId xmlns:a16="http://schemas.microsoft.com/office/drawing/2014/main" id="{83F76D38-6E80-EA8A-A970-A7E376740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3147" y="655548"/>
            <a:ext cx="3789881" cy="2842411"/>
          </a:xfrm>
          <a:prstGeom prst="rect">
            <a:avLst/>
          </a:prstGeom>
        </p:spPr>
      </p:pic>
      <p:pic>
        <p:nvPicPr>
          <p:cNvPr id="11" name="Picture 10" descr="A graph of a graph with blue and orange lines&#10;&#10;AI-generated content may be incorrect.">
            <a:extLst>
              <a:ext uri="{FF2B5EF4-FFF2-40B4-BE49-F238E27FC236}">
                <a16:creationId xmlns:a16="http://schemas.microsoft.com/office/drawing/2014/main" id="{9CD849BE-52CC-364E-19EA-96736ED3A8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178" y="3786809"/>
            <a:ext cx="3789880" cy="2842410"/>
          </a:xfrm>
          <a:prstGeom prst="rect">
            <a:avLst/>
          </a:prstGeom>
        </p:spPr>
      </p:pic>
      <p:pic>
        <p:nvPicPr>
          <p:cNvPr id="12" name="Picture 11" descr="A graph of a graph&#10;&#10;AI-generated content may be incorrect.">
            <a:extLst>
              <a:ext uri="{FF2B5EF4-FFF2-40B4-BE49-F238E27FC236}">
                <a16:creationId xmlns:a16="http://schemas.microsoft.com/office/drawing/2014/main" id="{87A26210-E82F-7FF1-7F0E-35C38AAF57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3147" y="3756034"/>
            <a:ext cx="3937173" cy="2952879"/>
          </a:xfrm>
          <a:prstGeom prst="rect">
            <a:avLst/>
          </a:prstGeom>
        </p:spPr>
      </p:pic>
      <p:pic>
        <p:nvPicPr>
          <p:cNvPr id="14" name="Picture 13" descr="A graph of a number of different colored lines&#10;&#10;AI-generated content may be incorrect.">
            <a:extLst>
              <a:ext uri="{FF2B5EF4-FFF2-40B4-BE49-F238E27FC236}">
                <a16:creationId xmlns:a16="http://schemas.microsoft.com/office/drawing/2014/main" id="{14E608AA-C9EF-7940-0885-79CC47370A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3460" y="589922"/>
            <a:ext cx="3661149" cy="2973661"/>
          </a:xfrm>
          <a:prstGeom prst="rect">
            <a:avLst/>
          </a:prstGeom>
        </p:spPr>
      </p:pic>
      <p:pic>
        <p:nvPicPr>
          <p:cNvPr id="16" name="Picture 15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8341A307-D357-DFB5-5F9E-1B195C7E00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41798" y="3563583"/>
            <a:ext cx="3816024" cy="3087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529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F7A85-6A28-75AE-2CD1-7106E1B31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4C4014-A8FF-96DF-691D-750915511E73}"/>
              </a:ext>
            </a:extLst>
          </p:cNvPr>
          <p:cNvSpPr txBox="1"/>
          <p:nvPr/>
        </p:nvSpPr>
        <p:spPr>
          <a:xfrm>
            <a:off x="218661" y="5675243"/>
            <a:ext cx="1123122" cy="103367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6135C2-85EA-73DE-873E-53E66AA3AC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BE" b="1" dirty="0"/>
              <a:t>Different Data Rates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B386225-BA03-D6D8-2778-83A4B8E16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>
                <a:latin typeface="+mn-lt"/>
              </a:rPr>
              <a:t>System Performance - Simulatons</a:t>
            </a:r>
          </a:p>
        </p:txBody>
      </p:sp>
      <p:pic>
        <p:nvPicPr>
          <p:cNvPr id="6" name="Picture 5" descr="A graph of different data rates&#10;&#10;AI-generated content may be incorrect.">
            <a:extLst>
              <a:ext uri="{FF2B5EF4-FFF2-40B4-BE49-F238E27FC236}">
                <a16:creationId xmlns:a16="http://schemas.microsoft.com/office/drawing/2014/main" id="{89E5E0CA-0044-A9A3-E476-F9FBB9EE34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57" y="2047461"/>
            <a:ext cx="5934191" cy="4450643"/>
          </a:xfrm>
          <a:prstGeom prst="rect">
            <a:avLst/>
          </a:prstGeom>
        </p:spPr>
      </p:pic>
      <p:pic>
        <p:nvPicPr>
          <p:cNvPr id="8" name="Picture 7" descr="A graph of different data rates&#10;&#10;AI-generated content may be incorrect.">
            <a:extLst>
              <a:ext uri="{FF2B5EF4-FFF2-40B4-BE49-F238E27FC236}">
                <a16:creationId xmlns:a16="http://schemas.microsoft.com/office/drawing/2014/main" id="{B2188736-7BA6-2C0D-9F65-225E182932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6958" y="2047461"/>
            <a:ext cx="6026383" cy="4519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198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82772-80CC-344D-D674-A49C41EA2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5FDCA7-7B35-104D-78E2-C13C4DCE8E45}"/>
              </a:ext>
            </a:extLst>
          </p:cNvPr>
          <p:cNvSpPr txBox="1"/>
          <p:nvPr/>
        </p:nvSpPr>
        <p:spPr>
          <a:xfrm>
            <a:off x="218661" y="5675243"/>
            <a:ext cx="1123122" cy="103367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B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705FE8-41A9-98B9-E8F8-DA0A4EC4D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BE" dirty="0">
                <a:latin typeface="+mn-lt"/>
              </a:rPr>
              <a:t>System Performance – Analytical VS Simulation</a:t>
            </a:r>
          </a:p>
        </p:txBody>
      </p:sp>
      <p:pic>
        <p:nvPicPr>
          <p:cNvPr id="10" name="Picture 9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73E76C3A-2B66-7FCD-C8C9-8E8442259D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436" y="1618090"/>
            <a:ext cx="5846859" cy="4385144"/>
          </a:xfrm>
          <a:prstGeom prst="rect">
            <a:avLst/>
          </a:prstGeom>
        </p:spPr>
      </p:pic>
      <p:pic>
        <p:nvPicPr>
          <p:cNvPr id="12" name="Picture 11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C2D93C95-08D5-BF87-7D6E-614E092B34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707" y="1618090"/>
            <a:ext cx="5846859" cy="4385144"/>
          </a:xfrm>
          <a:prstGeom prst="rect">
            <a:avLst/>
          </a:prstGeom>
        </p:spPr>
      </p:pic>
      <p:sp>
        <p:nvSpPr>
          <p:cNvPr id="13" name="Up-down Arrow 12">
            <a:extLst>
              <a:ext uri="{FF2B5EF4-FFF2-40B4-BE49-F238E27FC236}">
                <a16:creationId xmlns:a16="http://schemas.microsoft.com/office/drawing/2014/main" id="{FE6120BC-B110-5DB1-EC6A-66AB9C533C2A}"/>
              </a:ext>
            </a:extLst>
          </p:cNvPr>
          <p:cNvSpPr/>
          <p:nvPr/>
        </p:nvSpPr>
        <p:spPr>
          <a:xfrm>
            <a:off x="4412974" y="2733260"/>
            <a:ext cx="258417" cy="1162878"/>
          </a:xfrm>
          <a:prstGeom prst="upDownArrow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43236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theme/theme1.xml><?xml version="1.0" encoding="utf-8"?>
<a:theme xmlns:a="http://schemas.openxmlformats.org/drawingml/2006/main" name="Kantoorthema">
  <a:themeElements>
    <a:clrScheme name="UGent FAC">
      <a:dk1>
        <a:srgbClr val="000000"/>
      </a:dk1>
      <a:lt1>
        <a:srgbClr val="FFFFFF"/>
      </a:lt1>
      <a:dk2>
        <a:srgbClr val="1E64C8"/>
      </a:dk2>
      <a:lt2>
        <a:srgbClr val="FFFFFF"/>
      </a:lt2>
      <a:accent1>
        <a:srgbClr val="F1A32B"/>
      </a:accent1>
      <a:accent2>
        <a:srgbClr val="DC4E31"/>
      </a:accent2>
      <a:accent3>
        <a:srgbClr val="2C8CA5"/>
      </a:accent3>
      <a:accent4>
        <a:srgbClr val="E85E71"/>
      </a:accent4>
      <a:accent5>
        <a:srgbClr val="8BBED5"/>
      </a:accent5>
      <a:accent6>
        <a:srgbClr val="AEB047"/>
      </a:accent6>
      <a:hlink>
        <a:srgbClr val="1E64C8"/>
      </a:hlink>
      <a:folHlink>
        <a:srgbClr val="1E64C8"/>
      </a:folHlink>
    </a:clrScheme>
    <a:fontScheme name="UGent">
      <a:majorFont>
        <a:latin typeface="UGent Panno Text SemiBold"/>
        <a:ea typeface=""/>
        <a:cs typeface=""/>
      </a:majorFont>
      <a:minorFont>
        <a:latin typeface="UGent Panno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e1" id="{CADDFB91-C688-4600-9637-E64F35C1E4BE}" vid="{E1B6215B-46C5-4A02-9A90-726F133FF5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Kantoorthema</Template>
  <TotalTime>62</TotalTime>
  <Words>56</Words>
  <Application>Microsoft Macintosh PowerPoint</Application>
  <PresentationFormat>Widescreen</PresentationFormat>
  <Paragraphs>15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UGent Panno Text</vt:lpstr>
      <vt:lpstr>UGent Panno Text Medium</vt:lpstr>
      <vt:lpstr>UGent Panno Text SemiLight</vt:lpstr>
      <vt:lpstr>Kantoorthema</vt:lpstr>
      <vt:lpstr>System Design</vt:lpstr>
      <vt:lpstr>System Performance - Simulatons</vt:lpstr>
      <vt:lpstr>System Performance - Simulatons</vt:lpstr>
      <vt:lpstr>System Performance - Simulatons</vt:lpstr>
      <vt:lpstr>System Performance - Simulatons</vt:lpstr>
      <vt:lpstr>System Performance - Simulatons</vt:lpstr>
      <vt:lpstr>System Performance - Simulatons</vt:lpstr>
      <vt:lpstr>PowerPoint Presentation</vt:lpstr>
      <vt:lpstr>PowerPoint Presentation</vt:lpstr>
      <vt:lpstr>PowerPoint Presentation</vt:lpstr>
      <vt:lpstr>System Performance - Simulatons</vt:lpstr>
      <vt:lpstr>System Performance – Analytical VS Simulation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Wannes Baes</dc:creator>
  <cp:lastModifiedBy>Wannes Baes</cp:lastModifiedBy>
  <cp:revision>3</cp:revision>
  <dcterms:created xsi:type="dcterms:W3CDTF">2025-11-07T12:38:51Z</dcterms:created>
  <dcterms:modified xsi:type="dcterms:W3CDTF">2025-11-07T13:41:44Z</dcterms:modified>
</cp:coreProperties>
</file>