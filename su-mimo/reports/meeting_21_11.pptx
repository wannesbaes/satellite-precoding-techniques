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4"/>
    <p:restoredTop sz="94694"/>
  </p:normalViewPr>
  <p:slideViewPr>
    <p:cSldViewPr snapToGrid="0">
      <p:cViewPr varScale="1">
        <p:scale>
          <a:sx n="119" d="100"/>
          <a:sy n="119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3DE-5B2D-72E1-198D-7957DFC95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53396-09C0-D12B-40C3-AE1B814F1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19F41-8770-D69B-4035-F63C0A30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529C-820B-FA0B-55EF-CCB7A832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48C2-8F71-A1AA-B866-B5B453C0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7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10F4-88B9-B254-E517-6895D74B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0825-17BD-592E-3FCC-537712A57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42A1-CCEA-EC75-8CF3-6A77C19E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AF518-5935-95EF-AB1B-29E5ADFE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19A2-7F30-6130-B457-0759CD74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263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9E78-CEE9-B494-6F62-B72FFFC2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1F8FE-D251-737A-C4BD-AD32127E9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4CDF-AB8E-BEDD-A4B0-7879C9FA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3D697-4473-300C-605E-CB0599F9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E6B1B-583F-08B4-F169-8D5E18BA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7405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FED3-8B40-3C75-444C-FF68705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8C54-F556-C42E-8E4F-0BD29ACFC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A0D70-75D2-96C8-A060-15936479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095C8-6618-726D-F967-2673D1B9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A65D8-8B31-90E1-32FA-BDC168D3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A4E2E-FFE5-34CE-942A-3C84D7ED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810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A21C-6282-7D82-4BAD-24BC0D30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ED3F6-DB64-0AFE-0615-027254B54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FD14E-5E5F-7E20-C740-1BD425042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0FD8A-10F1-92C8-44EE-F612ADA9E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B2F3D-FDD0-D730-9D55-FBCA9C0D2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1E281-44B2-02F6-B46B-474C831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2BC70-8A6F-87FC-B13F-D93ED5B9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506BC-39EE-3460-A4E3-6D061EF3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601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DB17-593A-106A-BAFD-8C96E474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32193-3A34-A1B6-22B1-0E64B0E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D4265-DC45-91BE-C907-965E9844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230C0-4FA5-0DF5-866D-377B06F2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936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D4AA2-5E50-0920-C389-00D50CF5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15AAB-69A2-9B56-EA8A-D2FE466B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C3BE4-E687-6673-8B1F-4301FE8A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264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77276-B1C2-2706-FD37-47929E63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8A84-A596-C809-02FD-B96EBD568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4EE82-F76E-C526-E684-6D525309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B1CD4-DC56-05A6-B154-3C9B0CD7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3EC14-E86B-5F1D-8BCA-618CFEC7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DB578-2106-048E-4BF3-F4815E5E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553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C430-2B59-882F-9B95-155B68F2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3DCC0-7E73-F14D-6544-26BF6F0DA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6C522-8617-17D2-93BE-866995DB5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9738C-6284-0511-F313-09FB18CD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7FDD4-2C3C-5319-C82D-2602EBF6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4AEB-13FA-66A5-7B83-752B3199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8696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7D2C-6685-9A22-A3C7-0AB96E8D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405F9-C4F0-923F-CF00-0F797D109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6903-B816-8D44-4F6F-A2215687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543B2-DAF8-5AFE-486C-779E9E9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EF38D-4826-09D9-A738-796D80A0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548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1808D-35C4-E6B9-8918-55919880A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4C2F4-3F7C-1E6C-369D-E846526C0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8A5A-8D16-10D9-17D7-7D46F2761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A8F80-9712-BE59-F859-BF3D05AA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3EE35-9515-33DC-0D88-7555F838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5144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B1DFA-AB6C-3DF6-76AD-553466FF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611C0-59A0-D212-F67A-06B9DBB5C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D5213-C070-7112-C18D-DD95B651A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ED7BC-888B-E24D-AA11-07B5F2C29C95}" type="datetimeFigureOut">
              <a:rPr lang="en-BE" smtClean="0"/>
              <a:t>21/11/2025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259F-219D-94A5-93FC-8CDBC7C54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DEAFC-1CFC-6D5F-EB2B-27C45B0A6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6A649-1A5B-9A47-B25E-58EE6688F5C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037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BDDB40B-F958-0907-7042-FF640E8A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899" y="179790"/>
            <a:ext cx="6003266" cy="2953108"/>
          </a:xfrm>
          <a:prstGeom prst="rect">
            <a:avLst/>
          </a:prstGeom>
        </p:spPr>
      </p:pic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255328E4-F3CD-3940-A2D1-3EC244758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799" y="3324113"/>
            <a:ext cx="10401233" cy="3440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E8AD8C-8AAB-79DD-5502-93AD4C3E0077}"/>
              </a:ext>
            </a:extLst>
          </p:cNvPr>
          <p:cNvSpPr txBox="1"/>
          <p:nvPr/>
        </p:nvSpPr>
        <p:spPr>
          <a:xfrm>
            <a:off x="482728" y="1727119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different SU-MIMO systems!</a:t>
            </a:r>
          </a:p>
          <a:p>
            <a:pPr algn="ctr"/>
            <a:r>
              <a:rPr lang="en-BE" sz="1600" dirty="0"/>
              <a:t>2x2 vs 4x4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DA789-B806-C064-B9A3-26B81EBDC238}"/>
              </a:ext>
            </a:extLst>
          </p:cNvPr>
          <p:cNvSpPr txBox="1"/>
          <p:nvPr/>
        </p:nvSpPr>
        <p:spPr>
          <a:xfrm>
            <a:off x="337168" y="2844225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same SNR</a:t>
            </a:r>
          </a:p>
          <a:p>
            <a:pPr algn="ctr"/>
            <a:r>
              <a:rPr lang="en-BE" sz="1600" dirty="0"/>
              <a:t>same information bit rate</a:t>
            </a:r>
          </a:p>
        </p:txBody>
      </p:sp>
    </p:spTree>
    <p:extLst>
      <p:ext uri="{BB962C8B-B14F-4D97-AF65-F5344CB8AC3E}">
        <p14:creationId xmlns:p14="http://schemas.microsoft.com/office/powerpoint/2010/main" val="303191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E00D5-E7F1-0948-6D9B-CBF19B41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859D3E-23A0-126F-FBD2-6C458E5C7D9D}"/>
              </a:ext>
            </a:extLst>
          </p:cNvPr>
          <p:cNvSpPr txBox="1"/>
          <p:nvPr/>
        </p:nvSpPr>
        <p:spPr>
          <a:xfrm>
            <a:off x="310606" y="1942061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different SNR values</a:t>
            </a:r>
          </a:p>
          <a:p>
            <a:pPr algn="ctr"/>
            <a:r>
              <a:rPr lang="en-BE" sz="1600" dirty="0"/>
              <a:t>5 vs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B4C93-DCA0-8E19-764B-6C885192ABCF}"/>
              </a:ext>
            </a:extLst>
          </p:cNvPr>
          <p:cNvSpPr txBox="1"/>
          <p:nvPr/>
        </p:nvSpPr>
        <p:spPr>
          <a:xfrm>
            <a:off x="310606" y="2689697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same systems</a:t>
            </a:r>
          </a:p>
          <a:p>
            <a:pPr algn="ctr"/>
            <a:r>
              <a:rPr lang="en-BE" sz="1600" dirty="0"/>
              <a:t>same information bit rate</a:t>
            </a:r>
          </a:p>
        </p:txBody>
      </p:sp>
      <p:pic>
        <p:nvPicPr>
          <p:cNvPr id="3" name="Picture 2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899397C6-2FB2-46B8-5F55-6633E422D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38" y="3429000"/>
            <a:ext cx="10061331" cy="3327737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19D74CA4-F375-07F8-BE34-7E70A24CD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248" y="101263"/>
            <a:ext cx="6065709" cy="301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DD48-4AF2-D771-AB04-3DFF12D0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DF1306-92EF-7EF2-F404-5B8B750CB916}"/>
              </a:ext>
            </a:extLst>
          </p:cNvPr>
          <p:cNvSpPr txBox="1"/>
          <p:nvPr/>
        </p:nvSpPr>
        <p:spPr>
          <a:xfrm>
            <a:off x="84695" y="2063931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different information bit rate</a:t>
            </a:r>
          </a:p>
          <a:p>
            <a:pPr algn="ctr"/>
            <a:r>
              <a:rPr lang="en-BE" sz="1600" dirty="0"/>
              <a:t>50% vs 100%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B294C-3F76-881F-5AE2-5FBDEF6484AE}"/>
              </a:ext>
            </a:extLst>
          </p:cNvPr>
          <p:cNvSpPr txBox="1"/>
          <p:nvPr/>
        </p:nvSpPr>
        <p:spPr>
          <a:xfrm>
            <a:off x="84695" y="2844225"/>
            <a:ext cx="266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1600" dirty="0"/>
              <a:t>same systems</a:t>
            </a:r>
          </a:p>
          <a:p>
            <a:pPr algn="ctr"/>
            <a:r>
              <a:rPr lang="en-BE" sz="1600" dirty="0"/>
              <a:t>same information bit rate</a:t>
            </a:r>
          </a:p>
        </p:txBody>
      </p:sp>
      <p:pic>
        <p:nvPicPr>
          <p:cNvPr id="3" name="Picture 2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73C33A46-7C05-C91E-F4FD-98D06B9D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54" y="3429000"/>
            <a:ext cx="10154690" cy="3358615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DDEBF85-88A1-9A4F-5A2F-FD58F5569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600" y="167204"/>
            <a:ext cx="6317997" cy="315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8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6ED1-9EF4-7339-A9D8-50F0B173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065"/>
            <a:ext cx="10515600" cy="785943"/>
          </a:xfrm>
        </p:spPr>
        <p:txBody>
          <a:bodyPr/>
          <a:lstStyle/>
          <a:p>
            <a:r>
              <a:rPr lang="en-BE" dirty="0"/>
              <a:t>Analytical Bit Error Rate</a:t>
            </a:r>
          </a:p>
        </p:txBody>
      </p:sp>
      <p:pic>
        <p:nvPicPr>
          <p:cNvPr id="5" name="Picture 4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D390BC5D-33C1-2F06-ED17-C3B03E0F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282700"/>
            <a:ext cx="5892800" cy="4292600"/>
          </a:xfrm>
          <a:prstGeom prst="rect">
            <a:avLst/>
          </a:prstGeom>
        </p:spPr>
      </p:pic>
      <p:pic>
        <p:nvPicPr>
          <p:cNvPr id="7" name="Picture 6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F1E78C8E-BE67-A05F-BFCC-0F961D7A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1" y="1282700"/>
            <a:ext cx="57531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4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44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Analytical Bit Error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Wannes Baes</dc:creator>
  <cp:lastModifiedBy>Wannes Baes</cp:lastModifiedBy>
  <cp:revision>1</cp:revision>
  <dcterms:created xsi:type="dcterms:W3CDTF">2025-11-21T10:21:03Z</dcterms:created>
  <dcterms:modified xsi:type="dcterms:W3CDTF">2025-11-21T11:37:35Z</dcterms:modified>
</cp:coreProperties>
</file>